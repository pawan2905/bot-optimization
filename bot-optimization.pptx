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C300-51C0-7CD2-805A-CE31E6458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62684-98DB-662B-B53C-FF68F2C02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AAD56-CA7D-E15A-8AC1-028549A1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71560-2566-69EC-9D1A-45718F24F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6E19F-22CE-F921-C2DB-97977D98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20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DAA2-972A-8E8D-CAE3-20206182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E7079-9540-9972-99F1-016F77AD8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DD7B4-1233-3822-CDB2-D6F8D41A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D1492-AECF-275A-8DE2-5F3D452F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EB370-6276-0A03-A1BC-76D8819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5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79E97-3726-9D47-750E-D255B824F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8A3A4-9EA9-E21F-F590-A8F09A438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F9CD4-4897-9F1B-0ED7-97187090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5CE1-5BA6-E896-27E4-9CE7D80D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08B1A-CCB9-24F5-4E27-620555A4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80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F27C5-5571-C084-37EF-E100E2E0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61ED0-6140-89D0-1D18-3033416B0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3B6C7-4AF7-71BF-7F76-4D23EEFD5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A8459-329B-9590-64C0-4B37C73A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8C553-BE99-564F-2D84-9E4542D2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D1CE0-99CA-D768-F745-43FA7D3F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61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29F0-60F9-6357-B8C3-149CE1D5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3CD48-E574-31ED-50EC-D4C349222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53777-0F01-093C-0AB2-6147A29F2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9DD53A-C554-2644-313D-35B24397D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9FB52-A609-325A-CBFA-FB7E877B3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5C45B-389C-441A-120A-16EAAC1D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870A08-99D2-37C1-2F41-CB8E56C0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6ACB2-74FD-DF61-4D85-6EA0C70E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4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3192-974F-909F-E1A3-8461D845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DDEF21-67D5-AD11-D611-55BEFFA8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9BC73-9DBB-D5BC-36F3-A85BB862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0DFB-D1E0-7319-2C86-6D4C94AE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99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22F93-4994-7DB4-DB97-64FB7C1D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A1B3A-A2A9-9FC3-3D5C-A9580F50A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EA7C6-13DE-E96D-1379-FB6FAD3A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57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B00EC-2917-7469-6C1F-E23579D65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C1E1B-323A-343E-262E-355538CC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9F494-5DE8-6C38-A727-138F8F94E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3DF86-FFD0-4BF5-BE0A-C21DB788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B0236-CDE2-2E49-2470-9EDD0F42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AB8D0-A408-D4BE-5D10-DC1710BA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02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7A50A-91DA-DDE9-4546-6FC0BC7E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19F46-DDF8-BAD1-7F9E-FC4A26C32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5D274-53C8-4BBD-517F-1D1CB964B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6B1FC-EA52-921C-4F61-6082984F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7AC3F-4C2B-0B67-6728-AE638998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86B66-C33C-7516-496A-A2037276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166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4228-8AB1-8377-83A7-26E0C710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7B3F6-4504-EA08-D4EE-475198218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28065-7C8C-AA98-2D9F-545E7426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1E1-F352-D6BC-865F-B9CCEF44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87B4D-16DF-BD53-749F-5A2F7D95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9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B28CD-C5E9-B51E-9D64-A477ED4D2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A7C5F-8E7E-A98E-8D2F-8D2691E23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7DF4-1EFF-AA8A-5A0B-DDE1521F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171C2-5A86-6011-9B1E-5304F34F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8561-F1D6-CC3E-36AF-B10DF44F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40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558E4-E403-D08F-665B-A3BDB65D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29DAC-7B81-9D3E-1B00-A8555349C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77B9-25C4-65BA-B9C7-AA70EA670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060AF-A7A8-4C88-8CD0-A77CF07ECDB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97FB3-43E6-5A5D-4AE2-969CD37DE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58C80-00DE-1E77-FE82-3C274E115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CCD72-ACB0-4B5B-A3BD-28812F32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45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851C-D753-B780-A895-2136F40C43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AVA BOT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552F5-7658-42DA-B39D-C3743894D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9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1A0A-B94A-9D6E-7D92-04A4CD00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06760"/>
            <a:ext cx="10515600" cy="5492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Optimizing AVA BOT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70741-3873-43AF-9057-BC08F60C0F65}"/>
              </a:ext>
            </a:extLst>
          </p:cNvPr>
          <p:cNvSpPr txBox="1"/>
          <p:nvPr/>
        </p:nvSpPr>
        <p:spPr>
          <a:xfrm>
            <a:off x="362355" y="988476"/>
            <a:ext cx="11612394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Objective: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Resolve user complaints regarding high response latency in the AVA support bot.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Architecture: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Bedrock framework utilizing a Supervising Agent and specialized sub-agents.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Methodology: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Parsed nested Bedrock JSON execution traces to isolate the exact step-level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Finding: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Latency is not uniform; it is concentrated in external knowledge retrieval (RAG) and sequential orchestration handoffs.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/>
              <a:t>Trace Log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I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Troubleshooting 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~143 seconds (Driven by multi-step reasoning cycles)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Defect Search: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~81 seconds (Driven by Knowledge Base API retrieval)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Update: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~34 seconds (Driven by synchronous Lambda execution)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Creation: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~18 seconds (Driven by routing classifier handoffs)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Place the "Current State" flow diagram here (from the previous step), highlighting the red bottleneck areas.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Retrieval Overhead: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External Knowledge Base API calls are blocking the main execution thread for up to 50 seconds.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Orchestration Tax: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handoff between the Routing Classifier and specialized agents requires a fresh prompt context and model invocation, adding ~10 seconds per hop.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Synchronous Execution: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Long-running backend tasks (like updating a case via Lambda) force the UI to hang while waiting for an HTTP response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E7DE4DE-4904-2815-18BE-E5D4884EB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39" y="5182465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965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AVA BOT</vt:lpstr>
      <vt:lpstr>Optimizing AVA 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Sharma</dc:creator>
  <cp:lastModifiedBy>Pawan Sharma</cp:lastModifiedBy>
  <cp:revision>1</cp:revision>
  <dcterms:created xsi:type="dcterms:W3CDTF">2026-04-27T15:38:01Z</dcterms:created>
  <dcterms:modified xsi:type="dcterms:W3CDTF">2026-04-27T15:49:18Z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2026-04-27T15:49:18Z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7555d643-3cc3-4c33-a11f-2393dd8a386f</vt:lpwstr>
  </property>
  <property fmtid="{D5CDD505-2E9C-101B-9397-08002B2CF9AE}" pid="7" name="MSIP_Label_defa4170-0d19-0005-0004-bc88714345d2_ActionId">
    <vt:lpwstr>1f34fea1-453b-4b1c-b075-b99e524d2a65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